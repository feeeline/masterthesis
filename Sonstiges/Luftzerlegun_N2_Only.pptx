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18FFD7-A1B4-BD13-8304-ADF4F7997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BF74B4B-2BD2-8726-8773-4F3A1740E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534D1E-270C-8864-BB40-810DDC1C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C14ACA-E550-35AC-10E4-A2B2FAA77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4A0B86-48F2-D52C-6EC5-39B91022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8323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161458-BE30-B56F-5312-FE8276083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32B8FD-B782-989E-B8EA-AA0727640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DC57F-3602-480E-4C81-89018C82F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C7A8D8-3484-AEE3-60EC-51789A194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442CE-2192-0197-F2BD-A648F1EB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175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E2BD7-FBC2-12BE-97EF-1E2C89073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3BC9D0-4B6C-C458-9408-5C2330130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4B4AF6-700B-E004-7597-85229E72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0DAC78-C528-46F8-CBF5-ACA5F6583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25BE73-61C6-66D4-1D29-60C94781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128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CD86D-1A4D-6967-E602-3D40E8BE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7B7D1E-FF75-D60E-1699-28D5E73AF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3BD16F1-E08D-91FC-DB66-DE650FD09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1E6079-FE8C-2C4E-25F1-656C0276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283DE0-F2F7-FD94-6C08-49FB45B13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CDB06C-57ED-D380-3BFC-54D62660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045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F60641-4FBC-B33F-60B3-C11C11936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054A1D-EB69-4D8C-5396-95ECCF694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40E4E27-781C-1D41-EB60-C896BED4C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435AE5B-8277-5176-86EA-C46A75363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1C84AD2-FFE1-947E-4078-E0516E2D0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4F4B217-9B9B-1D03-C4B4-B4820C9B0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8D01D0D-ED47-BC98-3B99-8C95CAC5A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91DD51D-793D-B721-5269-67B39253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806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9B7DD-ADC6-2AB5-6FCE-0133DFC6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03CF65-98A4-A74E-9697-25D44956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71BB0D-0467-D446-D16A-79B06A80A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468C43-424C-4775-BCEA-5F871A48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3295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6C2D886-BF3F-402E-1DF5-924BBDB4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C5D5D4C-169D-529C-4C4C-195DAA90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9BC3731-BE38-692E-70DB-633ABC1F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574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2C6334-16F7-AC81-48E0-B15EEF63F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481409-6616-EEA6-DD95-3CF120729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914790-399A-7842-B27F-3877CF4D3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689C3A-A9F9-D3F6-B4B7-6812F7D04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DCC160-AFF5-8230-625A-0E05D52CE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7A0630-2AD1-313C-31CC-32C2DE05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739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D9BCEF-24A2-0B75-87DE-12817662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5A222B7-74A9-98C9-0DA6-0C14312CA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BEFE1A-E89B-5A0F-9C88-54084AA2E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233DE9-C297-D449-324B-EF3D6BED2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A9674D7-8908-C3B3-6027-DD6C0DA4A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2FD5D2-ADBF-D4A1-F7B2-48E5837E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0388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34A8B3-0E0D-E18A-0F04-B4848C676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E85582-E8C3-6474-96CA-80A712160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C4FD70-F262-7DE1-EB66-F8CC7E994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3CA8B9-D87B-940E-60A3-D552FE150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65B3BD-A173-E400-F32B-2BBA3D98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4492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3CAB990-2547-FA3C-B7C1-10DF26250B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7A437E-89FE-662A-AA08-5A058B9A5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734DE7-42B7-D7FF-8508-D5F02832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7E859A-E7F0-2330-0903-7424B4B81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FD7177-F320-DA82-D097-1345981A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488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74A1EB0-8BB1-424B-B262-F02335DD7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25CD54-2F6B-5E4D-1717-202DD9722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D12BBB-659D-A2C6-0613-07A143DCD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2313B6-F7A4-E9EF-2D11-2943FF49D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549154-EE19-36F8-B98B-7500BB288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518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ussdiagramm: Prozess 2">
            <a:extLst>
              <a:ext uri="{FF2B5EF4-FFF2-40B4-BE49-F238E27FC236}">
                <a16:creationId xmlns:a16="http://schemas.microsoft.com/office/drawing/2014/main" id="{3A1855D3-011F-05E3-CF66-F946AE63D7F3}"/>
              </a:ext>
            </a:extLst>
          </p:cNvPr>
          <p:cNvSpPr/>
          <p:nvPr/>
        </p:nvSpPr>
        <p:spPr>
          <a:xfrm>
            <a:off x="1560878" y="877824"/>
            <a:ext cx="1440000" cy="14400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Luftkompression</a:t>
            </a:r>
          </a:p>
        </p:txBody>
      </p:sp>
      <p:sp>
        <p:nvSpPr>
          <p:cNvPr id="7" name="Flussdiagramm: Prozess 6">
            <a:extLst>
              <a:ext uri="{FF2B5EF4-FFF2-40B4-BE49-F238E27FC236}">
                <a16:creationId xmlns:a16="http://schemas.microsoft.com/office/drawing/2014/main" id="{11EA9C9B-92CA-0FB0-B240-1F0B424AF7C5}"/>
              </a:ext>
            </a:extLst>
          </p:cNvPr>
          <p:cNvSpPr/>
          <p:nvPr/>
        </p:nvSpPr>
        <p:spPr>
          <a:xfrm>
            <a:off x="3886847" y="877824"/>
            <a:ext cx="1440000" cy="14400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Luftreinigung</a:t>
            </a:r>
          </a:p>
        </p:txBody>
      </p:sp>
      <p:sp>
        <p:nvSpPr>
          <p:cNvPr id="8" name="Flussdiagramm: Prozess 7">
            <a:extLst>
              <a:ext uri="{FF2B5EF4-FFF2-40B4-BE49-F238E27FC236}">
                <a16:creationId xmlns:a16="http://schemas.microsoft.com/office/drawing/2014/main" id="{508B676E-D8D4-83BB-98A8-1F78B7DD2A49}"/>
              </a:ext>
            </a:extLst>
          </p:cNvPr>
          <p:cNvSpPr/>
          <p:nvPr/>
        </p:nvSpPr>
        <p:spPr>
          <a:xfrm>
            <a:off x="6204701" y="877824"/>
            <a:ext cx="1440000" cy="14400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Haupt- Wärmeübertrager</a:t>
            </a:r>
          </a:p>
        </p:txBody>
      </p:sp>
      <p:sp>
        <p:nvSpPr>
          <p:cNvPr id="9" name="Flussdiagramm: Prozess 8">
            <a:extLst>
              <a:ext uri="{FF2B5EF4-FFF2-40B4-BE49-F238E27FC236}">
                <a16:creationId xmlns:a16="http://schemas.microsoft.com/office/drawing/2014/main" id="{99D33B8E-0659-113D-6A1E-A97D7282E0F1}"/>
              </a:ext>
            </a:extLst>
          </p:cNvPr>
          <p:cNvSpPr/>
          <p:nvPr/>
        </p:nvSpPr>
        <p:spPr>
          <a:xfrm>
            <a:off x="6204701" y="3728195"/>
            <a:ext cx="1440000" cy="14400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Rektifikations-kolonne</a:t>
            </a:r>
          </a:p>
        </p:txBody>
      </p:sp>
      <p:sp>
        <p:nvSpPr>
          <p:cNvPr id="10" name="Flussdiagramm: Prozess 9">
            <a:extLst>
              <a:ext uri="{FF2B5EF4-FFF2-40B4-BE49-F238E27FC236}">
                <a16:creationId xmlns:a16="http://schemas.microsoft.com/office/drawing/2014/main" id="{8C3338A4-F8B4-B129-1CBF-59E88D823288}"/>
              </a:ext>
            </a:extLst>
          </p:cNvPr>
          <p:cNvSpPr/>
          <p:nvPr/>
        </p:nvSpPr>
        <p:spPr>
          <a:xfrm>
            <a:off x="8186766" y="865299"/>
            <a:ext cx="1539976" cy="50806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Externe Kompression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759813E-C36E-56DE-E07E-7668AA69B738}"/>
              </a:ext>
            </a:extLst>
          </p:cNvPr>
          <p:cNvCxnSpPr>
            <a:cxnSpLocks/>
          </p:cNvCxnSpPr>
          <p:nvPr/>
        </p:nvCxnSpPr>
        <p:spPr>
          <a:xfrm>
            <a:off x="1053984" y="1299083"/>
            <a:ext cx="503805" cy="4916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CCC1599E-5E9F-BD16-11A9-1CD283B6C328}"/>
              </a:ext>
            </a:extLst>
          </p:cNvPr>
          <p:cNvCxnSpPr>
            <a:cxnSpLocks/>
          </p:cNvCxnSpPr>
          <p:nvPr/>
        </p:nvCxnSpPr>
        <p:spPr>
          <a:xfrm>
            <a:off x="3000878" y="1279419"/>
            <a:ext cx="885969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4A0FE2BD-DB2A-A9D3-9942-3E430954CC03}"/>
              </a:ext>
            </a:extLst>
          </p:cNvPr>
          <p:cNvCxnSpPr>
            <a:cxnSpLocks/>
          </p:cNvCxnSpPr>
          <p:nvPr/>
        </p:nvCxnSpPr>
        <p:spPr>
          <a:xfrm>
            <a:off x="5326847" y="1279419"/>
            <a:ext cx="877854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0D4FBD0-4A63-F70E-8563-B0284368A3ED}"/>
              </a:ext>
            </a:extLst>
          </p:cNvPr>
          <p:cNvCxnSpPr>
            <a:cxnSpLocks/>
          </p:cNvCxnSpPr>
          <p:nvPr/>
        </p:nvCxnSpPr>
        <p:spPr>
          <a:xfrm flipH="1">
            <a:off x="6489994" y="2317824"/>
            <a:ext cx="185" cy="1392988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9DCA07D9-6D1B-5452-26DF-7CDDD7F4EA70}"/>
              </a:ext>
            </a:extLst>
          </p:cNvPr>
          <p:cNvSpPr txBox="1"/>
          <p:nvPr/>
        </p:nvSpPr>
        <p:spPr>
          <a:xfrm>
            <a:off x="492962" y="1119333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Luft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58708CC6-52E2-0C1A-5477-41B37FB6E2A9}"/>
              </a:ext>
            </a:extLst>
          </p:cNvPr>
          <p:cNvCxnSpPr>
            <a:cxnSpLocks/>
          </p:cNvCxnSpPr>
          <p:nvPr/>
        </p:nvCxnSpPr>
        <p:spPr>
          <a:xfrm>
            <a:off x="7644701" y="5008496"/>
            <a:ext cx="482591" cy="0"/>
          </a:xfrm>
          <a:prstGeom prst="straightConnector1">
            <a:avLst/>
          </a:prstGeom>
          <a:ln>
            <a:solidFill>
              <a:schemeClr val="accent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207079DC-20E8-3D66-52DC-9D5CD4C47BDB}"/>
              </a:ext>
            </a:extLst>
          </p:cNvPr>
          <p:cNvSpPr txBox="1"/>
          <p:nvPr/>
        </p:nvSpPr>
        <p:spPr>
          <a:xfrm>
            <a:off x="8274343" y="4448195"/>
            <a:ext cx="2582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Spülstrom („Purge“) / O₂ (f/g)</a:t>
            </a:r>
          </a:p>
          <a:p>
            <a:r>
              <a:rPr lang="de-DE" sz="1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6006FAE-E55C-2117-7F80-44050AB8863C}"/>
              </a:ext>
            </a:extLst>
          </p:cNvPr>
          <p:cNvCxnSpPr>
            <a:cxnSpLocks/>
          </p:cNvCxnSpPr>
          <p:nvPr/>
        </p:nvCxnSpPr>
        <p:spPr>
          <a:xfrm flipV="1">
            <a:off x="7264128" y="2324244"/>
            <a:ext cx="0" cy="139298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4449CFA8-A05C-42D0-8B4B-9DC980A7A065}"/>
              </a:ext>
            </a:extLst>
          </p:cNvPr>
          <p:cNvSpPr txBox="1"/>
          <p:nvPr/>
        </p:nvSpPr>
        <p:spPr>
          <a:xfrm>
            <a:off x="10268807" y="964540"/>
            <a:ext cx="588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N₂ (g)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D93C9AC-D843-A401-A2E7-B7BF82260DD2}"/>
              </a:ext>
            </a:extLst>
          </p:cNvPr>
          <p:cNvCxnSpPr>
            <a:cxnSpLocks/>
          </p:cNvCxnSpPr>
          <p:nvPr/>
        </p:nvCxnSpPr>
        <p:spPr>
          <a:xfrm flipV="1">
            <a:off x="6651575" y="2324244"/>
            <a:ext cx="0" cy="139298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98614EB9-9829-0718-672A-1EB798BC5773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7644701" y="1119333"/>
            <a:ext cx="54206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64832C8A-BB7E-0307-7638-C7F9335A2223}"/>
              </a:ext>
            </a:extLst>
          </p:cNvPr>
          <p:cNvCxnSpPr>
            <a:cxnSpLocks/>
          </p:cNvCxnSpPr>
          <p:nvPr/>
        </p:nvCxnSpPr>
        <p:spPr>
          <a:xfrm flipH="1" flipV="1">
            <a:off x="6651574" y="452415"/>
            <a:ext cx="1" cy="418989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83132BEF-0CAD-97E7-041D-BF6D1F378D47}"/>
              </a:ext>
            </a:extLst>
          </p:cNvPr>
          <p:cNvSpPr txBox="1"/>
          <p:nvPr/>
        </p:nvSpPr>
        <p:spPr>
          <a:xfrm>
            <a:off x="6287838" y="206172"/>
            <a:ext cx="1725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 („</a:t>
            </a:r>
            <a:r>
              <a:rPr lang="de-DE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Waste</a:t>
            </a:r>
            <a:r>
              <a:rPr lang="de-DE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“) O₂ (f)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E0815157-23CB-BF29-E9D4-39D2B2AC8170}"/>
              </a:ext>
            </a:extLst>
          </p:cNvPr>
          <p:cNvCxnSpPr>
            <a:cxnSpLocks/>
          </p:cNvCxnSpPr>
          <p:nvPr/>
        </p:nvCxnSpPr>
        <p:spPr>
          <a:xfrm>
            <a:off x="9726742" y="1103040"/>
            <a:ext cx="54206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D25B2091-C52A-5523-6826-DD24DC4C1210}"/>
              </a:ext>
            </a:extLst>
          </p:cNvPr>
          <p:cNvCxnSpPr>
            <a:cxnSpLocks/>
          </p:cNvCxnSpPr>
          <p:nvPr/>
        </p:nvCxnSpPr>
        <p:spPr>
          <a:xfrm>
            <a:off x="7665131" y="4587217"/>
            <a:ext cx="462161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B71FCC0B-3423-D388-4588-6A1FAA6595F7}"/>
              </a:ext>
            </a:extLst>
          </p:cNvPr>
          <p:cNvSpPr txBox="1"/>
          <p:nvPr/>
        </p:nvSpPr>
        <p:spPr>
          <a:xfrm>
            <a:off x="8274343" y="4869996"/>
            <a:ext cx="727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N₂ (f)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3B6CCE16-ECC1-0A66-830C-61BB06F461AA}"/>
              </a:ext>
            </a:extLst>
          </p:cNvPr>
          <p:cNvCxnSpPr>
            <a:cxnSpLocks/>
          </p:cNvCxnSpPr>
          <p:nvPr/>
        </p:nvCxnSpPr>
        <p:spPr>
          <a:xfrm flipV="1">
            <a:off x="6289859" y="2324244"/>
            <a:ext cx="0" cy="38862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9981B90-5A73-2AEE-0270-5CCA42CE3CF2}"/>
              </a:ext>
            </a:extLst>
          </p:cNvPr>
          <p:cNvCxnSpPr>
            <a:cxnSpLocks/>
          </p:cNvCxnSpPr>
          <p:nvPr/>
        </p:nvCxnSpPr>
        <p:spPr>
          <a:xfrm flipH="1">
            <a:off x="5326847" y="2232822"/>
            <a:ext cx="877854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ABFF584C-2D6F-605D-74B9-D5CD1E3C526B}"/>
              </a:ext>
            </a:extLst>
          </p:cNvPr>
          <p:cNvCxnSpPr>
            <a:cxnSpLocks/>
          </p:cNvCxnSpPr>
          <p:nvPr/>
        </p:nvCxnSpPr>
        <p:spPr>
          <a:xfrm>
            <a:off x="5202104" y="2324244"/>
            <a:ext cx="0" cy="37514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74889058-9026-08D4-7AD9-05CC79541297}"/>
              </a:ext>
            </a:extLst>
          </p:cNvPr>
          <p:cNvSpPr txBox="1"/>
          <p:nvPr/>
        </p:nvSpPr>
        <p:spPr>
          <a:xfrm>
            <a:off x="5450863" y="2699385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Luft</a:t>
            </a:r>
          </a:p>
        </p:txBody>
      </p:sp>
    </p:spTree>
    <p:extLst>
      <p:ext uri="{BB962C8B-B14F-4D97-AF65-F5344CB8AC3E}">
        <p14:creationId xmlns:p14="http://schemas.microsoft.com/office/powerpoint/2010/main" val="1510140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Breitbild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TU-Pseudonym 0374871412442745</dc:creator>
  <cp:lastModifiedBy>TU-Pseudonym 0374871412442745</cp:lastModifiedBy>
  <cp:revision>7</cp:revision>
  <dcterms:created xsi:type="dcterms:W3CDTF">2025-08-29T12:48:28Z</dcterms:created>
  <dcterms:modified xsi:type="dcterms:W3CDTF">2026-03-12T10:23:25Z</dcterms:modified>
</cp:coreProperties>
</file>