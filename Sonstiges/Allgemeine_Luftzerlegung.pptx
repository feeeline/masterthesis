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18FFD7-A1B4-BD13-8304-ADF4F7997C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BF74B4B-2BD2-8726-8773-4F3A1740E2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8534D1E-270C-8864-BB40-810DDC1C8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C8D92-38E9-4393-893D-2E77759BBC5C}" type="datetimeFigureOut">
              <a:rPr lang="de-DE" smtClean="0"/>
              <a:t>12.03.2026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1C14ACA-E550-35AC-10E4-A2B2FAA77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44A0B86-48F2-D52C-6EC5-39B910225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D8D7E-F0E2-4B93-B4A6-A08D883A119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38323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161458-BE30-B56F-5312-FE8276083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532B8FD-B782-989E-B8EA-AA07276407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DEDC57F-3602-480E-4C81-89018C82F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C8D92-38E9-4393-893D-2E77759BBC5C}" type="datetimeFigureOut">
              <a:rPr lang="de-DE" smtClean="0"/>
              <a:t>12.03.2026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2C7A8D8-3484-AEE3-60EC-51789A194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C2442CE-2192-0197-F2BD-A648F1EB6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D8D7E-F0E2-4B93-B4A6-A08D883A119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1750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CE2BD7-FBC2-12BE-97EF-1E2C89073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13BC9D0-4B6C-C458-9408-5C23301308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34B4AF6-700B-E004-7597-85229E72E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C8D92-38E9-4393-893D-2E77759BBC5C}" type="datetimeFigureOut">
              <a:rPr lang="de-DE" smtClean="0"/>
              <a:t>12.03.2026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00DAC78-C528-46F8-CBF5-ACA5F6583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125BE73-61C6-66D4-1D29-60C947812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D8D7E-F0E2-4B93-B4A6-A08D883A119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00128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1CD86D-1A4D-6967-E602-3D40E8BEA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57B7D1E-FF75-D60E-1699-28D5E73AF4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3BD16F1-E08D-91FC-DB66-DE650FD096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01E6079-FE8C-2C4E-25F1-656C02765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C8D92-38E9-4393-893D-2E77759BBC5C}" type="datetimeFigureOut">
              <a:rPr lang="de-DE" smtClean="0"/>
              <a:t>12.03.2026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4283DE0-F2F7-FD94-6C08-49FB45B13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CDB06C-57ED-D380-3BFC-54D626605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D8D7E-F0E2-4B93-B4A6-A08D883A119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20456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F60641-4FBC-B33F-60B3-C11C11936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C054A1D-EB69-4D8C-5396-95ECCF694B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40E4E27-781C-1D41-EB60-C896BED4C2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435AE5B-8277-5176-86EA-C46A753636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1C84AD2-FFE1-947E-4078-E0516E2D02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F4F4B217-9B9B-1D03-C4B4-B4820C9B0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C8D92-38E9-4393-893D-2E77759BBC5C}" type="datetimeFigureOut">
              <a:rPr lang="de-DE" smtClean="0"/>
              <a:t>12.03.2026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68D01D0D-ED47-BC98-3B99-8C95CAC5A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891DD51D-793D-B721-5269-67B39253B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D8D7E-F0E2-4B93-B4A6-A08D883A119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8063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B9B7DD-ADC6-2AB5-6FCE-0133DFC6A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F03CF65-98A4-A74E-9697-25D44956F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C8D92-38E9-4393-893D-2E77759BBC5C}" type="datetimeFigureOut">
              <a:rPr lang="de-DE" smtClean="0"/>
              <a:t>12.03.2026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071BB0D-0467-D446-D16A-79B06A80A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E468C43-424C-4775-BCEA-5F871A481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D8D7E-F0E2-4B93-B4A6-A08D883A119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53295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6C2D886-BF3F-402E-1DF5-924BBDB47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C8D92-38E9-4393-893D-2E77759BBC5C}" type="datetimeFigureOut">
              <a:rPr lang="de-DE" smtClean="0"/>
              <a:t>12.03.2026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C5D5D4C-169D-529C-4C4C-195DAA90C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9BC3731-BE38-692E-70DB-633ABC1F1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D8D7E-F0E2-4B93-B4A6-A08D883A119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94574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2C6334-16F7-AC81-48E0-B15EEF63F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481409-6616-EEA6-DD95-3CF120729A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A914790-399A-7842-B27F-3877CF4D3D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1689C3A-A9F9-D3F6-B4B7-6812F7D04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C8D92-38E9-4393-893D-2E77759BBC5C}" type="datetimeFigureOut">
              <a:rPr lang="de-DE" smtClean="0"/>
              <a:t>12.03.2026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DCC160-AFF5-8230-625A-0E05D52CE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97A0630-2AD1-313C-31CC-32C2DE05C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D8D7E-F0E2-4B93-B4A6-A08D883A119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17392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D9BCEF-24A2-0B75-87DE-128176627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05A222B7-74A9-98C9-0DA6-0C14312CA5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9BEFE1A-E89B-5A0F-9C88-54084AA2EE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E233DE9-C297-D449-324B-EF3D6BED2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C8D92-38E9-4393-893D-2E77759BBC5C}" type="datetimeFigureOut">
              <a:rPr lang="de-DE" smtClean="0"/>
              <a:t>12.03.2026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A9674D7-8908-C3B3-6027-DD6C0DA4A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42FD5D2-ADBF-D4A1-F7B2-48E5837E0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D8D7E-F0E2-4B93-B4A6-A08D883A119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803885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34A8B3-0E0D-E18A-0F04-B4848C676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EE85582-E8C3-6474-96CA-80A7121602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3C4FD70-F262-7DE1-EB66-F8CC7E994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C8D92-38E9-4393-893D-2E77759BBC5C}" type="datetimeFigureOut">
              <a:rPr lang="de-DE" smtClean="0"/>
              <a:t>12.03.2026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A3CA8B9-D87B-940E-60A3-D552FE150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465B3BD-A173-E400-F32B-2BBA3D984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D8D7E-F0E2-4B93-B4A6-A08D883A119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44492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C3CAB990-2547-FA3C-B7C1-10DF26250B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C7A437E-89FE-662A-AA08-5A058B9A5D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B734DE7-42B7-D7FF-8508-D5F028327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C8D92-38E9-4393-893D-2E77759BBC5C}" type="datetimeFigureOut">
              <a:rPr lang="de-DE" smtClean="0"/>
              <a:t>12.03.2026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77E859A-E7F0-2330-0903-7424B4B81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EFD7177-F320-DA82-D097-1345981AA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D8D7E-F0E2-4B93-B4A6-A08D883A119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54882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74A1EB0-8BB1-424B-B262-F02335DD7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C25CD54-2F6B-5E4D-1717-202DD97222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9D12BBB-659D-A2C6-0613-07A143DCDE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EC8D92-38E9-4393-893D-2E77759BBC5C}" type="datetimeFigureOut">
              <a:rPr lang="de-DE" smtClean="0"/>
              <a:t>12.03.2026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82313B6-F7A4-E9EF-2D11-2943FF49DD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0549154-EE19-36F8-B98B-7500BB288B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DD8D7E-F0E2-4B93-B4A6-A08D883A119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5187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lussdiagramm: Prozess 2">
            <a:extLst>
              <a:ext uri="{FF2B5EF4-FFF2-40B4-BE49-F238E27FC236}">
                <a16:creationId xmlns:a16="http://schemas.microsoft.com/office/drawing/2014/main" id="{3A1855D3-011F-05E3-CF66-F946AE63D7F3}"/>
              </a:ext>
            </a:extLst>
          </p:cNvPr>
          <p:cNvSpPr/>
          <p:nvPr/>
        </p:nvSpPr>
        <p:spPr>
          <a:xfrm>
            <a:off x="1560878" y="877824"/>
            <a:ext cx="1440000" cy="1440000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Luftkompression</a:t>
            </a:r>
          </a:p>
        </p:txBody>
      </p:sp>
      <p:sp>
        <p:nvSpPr>
          <p:cNvPr id="7" name="Flussdiagramm: Prozess 6">
            <a:extLst>
              <a:ext uri="{FF2B5EF4-FFF2-40B4-BE49-F238E27FC236}">
                <a16:creationId xmlns:a16="http://schemas.microsoft.com/office/drawing/2014/main" id="{11EA9C9B-92CA-0FB0-B240-1F0B424AF7C5}"/>
              </a:ext>
            </a:extLst>
          </p:cNvPr>
          <p:cNvSpPr/>
          <p:nvPr/>
        </p:nvSpPr>
        <p:spPr>
          <a:xfrm>
            <a:off x="3886847" y="877824"/>
            <a:ext cx="1440000" cy="1440000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Luftreinigung</a:t>
            </a:r>
          </a:p>
        </p:txBody>
      </p:sp>
      <p:sp>
        <p:nvSpPr>
          <p:cNvPr id="8" name="Flussdiagramm: Prozess 7">
            <a:extLst>
              <a:ext uri="{FF2B5EF4-FFF2-40B4-BE49-F238E27FC236}">
                <a16:creationId xmlns:a16="http://schemas.microsoft.com/office/drawing/2014/main" id="{508B676E-D8D4-83BB-98A8-1F78B7DD2A49}"/>
              </a:ext>
            </a:extLst>
          </p:cNvPr>
          <p:cNvSpPr/>
          <p:nvPr/>
        </p:nvSpPr>
        <p:spPr>
          <a:xfrm>
            <a:off x="6204701" y="877824"/>
            <a:ext cx="1440000" cy="1440000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Haupt-</a:t>
            </a:r>
            <a:r>
              <a:rPr lang="de-DE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wärmeübertrager</a:t>
            </a:r>
            <a:endParaRPr lang="de-DE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lussdiagramm: Prozess 8">
            <a:extLst>
              <a:ext uri="{FF2B5EF4-FFF2-40B4-BE49-F238E27FC236}">
                <a16:creationId xmlns:a16="http://schemas.microsoft.com/office/drawing/2014/main" id="{99D33B8E-0659-113D-6A1E-A97D7282E0F1}"/>
              </a:ext>
            </a:extLst>
          </p:cNvPr>
          <p:cNvSpPr/>
          <p:nvPr/>
        </p:nvSpPr>
        <p:spPr>
          <a:xfrm>
            <a:off x="6204701" y="3728195"/>
            <a:ext cx="1440000" cy="1440000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Rektifikations-kolonne</a:t>
            </a:r>
          </a:p>
        </p:txBody>
      </p:sp>
      <p:sp>
        <p:nvSpPr>
          <p:cNvPr id="10" name="Flussdiagramm: Prozess 9">
            <a:extLst>
              <a:ext uri="{FF2B5EF4-FFF2-40B4-BE49-F238E27FC236}">
                <a16:creationId xmlns:a16="http://schemas.microsoft.com/office/drawing/2014/main" id="{8C3338A4-F8B4-B129-1CBF-59E88D823288}"/>
              </a:ext>
            </a:extLst>
          </p:cNvPr>
          <p:cNvSpPr/>
          <p:nvPr/>
        </p:nvSpPr>
        <p:spPr>
          <a:xfrm>
            <a:off x="6874713" y="2752210"/>
            <a:ext cx="1539976" cy="50806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Interne Kompression</a:t>
            </a:r>
          </a:p>
        </p:txBody>
      </p: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8759813E-C36E-56DE-E07E-7668AA69B738}"/>
              </a:ext>
            </a:extLst>
          </p:cNvPr>
          <p:cNvCxnSpPr>
            <a:cxnSpLocks/>
          </p:cNvCxnSpPr>
          <p:nvPr/>
        </p:nvCxnSpPr>
        <p:spPr>
          <a:xfrm>
            <a:off x="1053984" y="1299083"/>
            <a:ext cx="503805" cy="4916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CCC1599E-5E9F-BD16-11A9-1CD283B6C328}"/>
              </a:ext>
            </a:extLst>
          </p:cNvPr>
          <p:cNvCxnSpPr>
            <a:cxnSpLocks/>
          </p:cNvCxnSpPr>
          <p:nvPr/>
        </p:nvCxnSpPr>
        <p:spPr>
          <a:xfrm>
            <a:off x="3000878" y="1279419"/>
            <a:ext cx="885969" cy="0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4A0FE2BD-DB2A-A9D3-9942-3E430954CC03}"/>
              </a:ext>
            </a:extLst>
          </p:cNvPr>
          <p:cNvCxnSpPr>
            <a:cxnSpLocks/>
          </p:cNvCxnSpPr>
          <p:nvPr/>
        </p:nvCxnSpPr>
        <p:spPr>
          <a:xfrm>
            <a:off x="5326847" y="1279419"/>
            <a:ext cx="877854" cy="0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20D4FBD0-4A63-F70E-8563-B0284368A3ED}"/>
              </a:ext>
            </a:extLst>
          </p:cNvPr>
          <p:cNvCxnSpPr>
            <a:cxnSpLocks/>
          </p:cNvCxnSpPr>
          <p:nvPr/>
        </p:nvCxnSpPr>
        <p:spPr>
          <a:xfrm flipH="1">
            <a:off x="6322354" y="2324244"/>
            <a:ext cx="185" cy="1392988"/>
          </a:xfrm>
          <a:prstGeom prst="straightConnector1">
            <a:avLst/>
          </a:prstGeom>
          <a:ln>
            <a:solidFill>
              <a:schemeClr val="accent4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feld 17">
            <a:extLst>
              <a:ext uri="{FF2B5EF4-FFF2-40B4-BE49-F238E27FC236}">
                <a16:creationId xmlns:a16="http://schemas.microsoft.com/office/drawing/2014/main" id="{9DCA07D9-6D1B-5452-26DF-7CDDD7F4EA70}"/>
              </a:ext>
            </a:extLst>
          </p:cNvPr>
          <p:cNvSpPr txBox="1"/>
          <p:nvPr/>
        </p:nvSpPr>
        <p:spPr>
          <a:xfrm>
            <a:off x="492962" y="1119333"/>
            <a:ext cx="727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Luft</a:t>
            </a:r>
          </a:p>
        </p:txBody>
      </p: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58708CC6-52E2-0C1A-5477-41B37FB6E2A9}"/>
              </a:ext>
            </a:extLst>
          </p:cNvPr>
          <p:cNvCxnSpPr>
            <a:cxnSpLocks/>
          </p:cNvCxnSpPr>
          <p:nvPr/>
        </p:nvCxnSpPr>
        <p:spPr>
          <a:xfrm>
            <a:off x="7644701" y="5008496"/>
            <a:ext cx="482591" cy="0"/>
          </a:xfrm>
          <a:prstGeom prst="straightConnector1">
            <a:avLst/>
          </a:prstGeom>
          <a:ln>
            <a:solidFill>
              <a:schemeClr val="accent6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feld 20">
            <a:extLst>
              <a:ext uri="{FF2B5EF4-FFF2-40B4-BE49-F238E27FC236}">
                <a16:creationId xmlns:a16="http://schemas.microsoft.com/office/drawing/2014/main" id="{207079DC-20E8-3D66-52DC-9D5CD4C47BDB}"/>
              </a:ext>
            </a:extLst>
          </p:cNvPr>
          <p:cNvSpPr txBox="1"/>
          <p:nvPr/>
        </p:nvSpPr>
        <p:spPr>
          <a:xfrm>
            <a:off x="8127292" y="4869996"/>
            <a:ext cx="7275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N₂ (f)</a:t>
            </a:r>
          </a:p>
        </p:txBody>
      </p: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36006FAE-E55C-2117-7F80-44050AB8863C}"/>
              </a:ext>
            </a:extLst>
          </p:cNvPr>
          <p:cNvCxnSpPr>
            <a:cxnSpLocks/>
          </p:cNvCxnSpPr>
          <p:nvPr/>
        </p:nvCxnSpPr>
        <p:spPr>
          <a:xfrm flipV="1">
            <a:off x="7472510" y="3273399"/>
            <a:ext cx="0" cy="443833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feld 24">
            <a:extLst>
              <a:ext uri="{FF2B5EF4-FFF2-40B4-BE49-F238E27FC236}">
                <a16:creationId xmlns:a16="http://schemas.microsoft.com/office/drawing/2014/main" id="{4449CFA8-A05C-42D0-8B4B-9DC980A7A065}"/>
              </a:ext>
            </a:extLst>
          </p:cNvPr>
          <p:cNvSpPr txBox="1"/>
          <p:nvPr/>
        </p:nvSpPr>
        <p:spPr>
          <a:xfrm>
            <a:off x="7243836" y="216845"/>
            <a:ext cx="5881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N₂ (g)</a:t>
            </a:r>
          </a:p>
        </p:txBody>
      </p: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1B4F7D15-19EC-94D3-7F06-5441D8B816B8}"/>
              </a:ext>
            </a:extLst>
          </p:cNvPr>
          <p:cNvCxnSpPr>
            <a:cxnSpLocks/>
          </p:cNvCxnSpPr>
          <p:nvPr/>
        </p:nvCxnSpPr>
        <p:spPr>
          <a:xfrm flipV="1">
            <a:off x="6485137" y="2324244"/>
            <a:ext cx="0" cy="1392988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0D93C9AC-D843-A401-A2E7-B7BF82260DD2}"/>
              </a:ext>
            </a:extLst>
          </p:cNvPr>
          <p:cNvCxnSpPr>
            <a:cxnSpLocks/>
          </p:cNvCxnSpPr>
          <p:nvPr/>
        </p:nvCxnSpPr>
        <p:spPr>
          <a:xfrm flipV="1">
            <a:off x="6651575" y="2324244"/>
            <a:ext cx="0" cy="1392988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144FA5FE-C862-0470-231A-EF77BCCF13DB}"/>
              </a:ext>
            </a:extLst>
          </p:cNvPr>
          <p:cNvCxnSpPr>
            <a:cxnSpLocks/>
          </p:cNvCxnSpPr>
          <p:nvPr/>
        </p:nvCxnSpPr>
        <p:spPr>
          <a:xfrm flipV="1">
            <a:off x="7039894" y="3268982"/>
            <a:ext cx="0" cy="4482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Gerade Verbindung mit Pfeil 42">
            <a:extLst>
              <a:ext uri="{FF2B5EF4-FFF2-40B4-BE49-F238E27FC236}">
                <a16:creationId xmlns:a16="http://schemas.microsoft.com/office/drawing/2014/main" id="{08E23814-908B-9F73-6CA7-B16981769D2D}"/>
              </a:ext>
            </a:extLst>
          </p:cNvPr>
          <p:cNvCxnSpPr>
            <a:cxnSpLocks/>
          </p:cNvCxnSpPr>
          <p:nvPr/>
        </p:nvCxnSpPr>
        <p:spPr>
          <a:xfrm flipV="1">
            <a:off x="7457882" y="2309120"/>
            <a:ext cx="0" cy="435495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Gerade Verbindung mit Pfeil 43">
            <a:extLst>
              <a:ext uri="{FF2B5EF4-FFF2-40B4-BE49-F238E27FC236}">
                <a16:creationId xmlns:a16="http://schemas.microsoft.com/office/drawing/2014/main" id="{599F8E0C-E129-2CAC-49FC-275E25153355}"/>
              </a:ext>
            </a:extLst>
          </p:cNvPr>
          <p:cNvCxnSpPr>
            <a:cxnSpLocks/>
          </p:cNvCxnSpPr>
          <p:nvPr/>
        </p:nvCxnSpPr>
        <p:spPr>
          <a:xfrm flipV="1">
            <a:off x="7044809" y="2317824"/>
            <a:ext cx="0" cy="42679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Gerade Verbindung mit Pfeil 44">
            <a:extLst>
              <a:ext uri="{FF2B5EF4-FFF2-40B4-BE49-F238E27FC236}">
                <a16:creationId xmlns:a16="http://schemas.microsoft.com/office/drawing/2014/main" id="{3C2EAF85-CF1B-EAE8-C11E-AE191EA09DD0}"/>
              </a:ext>
            </a:extLst>
          </p:cNvPr>
          <p:cNvCxnSpPr>
            <a:cxnSpLocks/>
          </p:cNvCxnSpPr>
          <p:nvPr/>
        </p:nvCxnSpPr>
        <p:spPr>
          <a:xfrm flipH="1">
            <a:off x="5326847" y="2098356"/>
            <a:ext cx="877854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Gerade Verbindung mit Pfeil 48">
            <a:extLst>
              <a:ext uri="{FF2B5EF4-FFF2-40B4-BE49-F238E27FC236}">
                <a16:creationId xmlns:a16="http://schemas.microsoft.com/office/drawing/2014/main" id="{82141B01-A290-8B5E-8EC7-4EF093C70D14}"/>
              </a:ext>
            </a:extLst>
          </p:cNvPr>
          <p:cNvCxnSpPr>
            <a:cxnSpLocks/>
          </p:cNvCxnSpPr>
          <p:nvPr/>
        </p:nvCxnSpPr>
        <p:spPr>
          <a:xfrm>
            <a:off x="5174223" y="2310759"/>
            <a:ext cx="0" cy="409447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Gerade Verbindung mit Pfeil 51">
            <a:extLst>
              <a:ext uri="{FF2B5EF4-FFF2-40B4-BE49-F238E27FC236}">
                <a16:creationId xmlns:a16="http://schemas.microsoft.com/office/drawing/2014/main" id="{98614EB9-9829-0718-672A-1EB798BC5773}"/>
              </a:ext>
            </a:extLst>
          </p:cNvPr>
          <p:cNvCxnSpPr>
            <a:cxnSpLocks/>
          </p:cNvCxnSpPr>
          <p:nvPr/>
        </p:nvCxnSpPr>
        <p:spPr>
          <a:xfrm flipV="1">
            <a:off x="7516754" y="461613"/>
            <a:ext cx="0" cy="416208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Gerade Verbindung mit Pfeil 54">
            <a:extLst>
              <a:ext uri="{FF2B5EF4-FFF2-40B4-BE49-F238E27FC236}">
                <a16:creationId xmlns:a16="http://schemas.microsoft.com/office/drawing/2014/main" id="{F565D9B0-80B2-03DC-E773-FE96BBB6CA2D}"/>
              </a:ext>
            </a:extLst>
          </p:cNvPr>
          <p:cNvCxnSpPr>
            <a:cxnSpLocks/>
          </p:cNvCxnSpPr>
          <p:nvPr/>
        </p:nvCxnSpPr>
        <p:spPr>
          <a:xfrm flipV="1">
            <a:off x="7039894" y="452415"/>
            <a:ext cx="0" cy="41898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Gerade Verbindung mit Pfeil 55">
            <a:extLst>
              <a:ext uri="{FF2B5EF4-FFF2-40B4-BE49-F238E27FC236}">
                <a16:creationId xmlns:a16="http://schemas.microsoft.com/office/drawing/2014/main" id="{64832C8A-BB7E-0307-7638-C7F9335A2223}"/>
              </a:ext>
            </a:extLst>
          </p:cNvPr>
          <p:cNvCxnSpPr>
            <a:cxnSpLocks/>
          </p:cNvCxnSpPr>
          <p:nvPr/>
        </p:nvCxnSpPr>
        <p:spPr>
          <a:xfrm flipH="1" flipV="1">
            <a:off x="6651574" y="452415"/>
            <a:ext cx="1" cy="418989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feld 56">
            <a:extLst>
              <a:ext uri="{FF2B5EF4-FFF2-40B4-BE49-F238E27FC236}">
                <a16:creationId xmlns:a16="http://schemas.microsoft.com/office/drawing/2014/main" id="{7812E34F-493E-DDEB-12A8-19F1F8BA9F63}"/>
              </a:ext>
            </a:extLst>
          </p:cNvPr>
          <p:cNvSpPr txBox="1"/>
          <p:nvPr/>
        </p:nvSpPr>
        <p:spPr>
          <a:xfrm>
            <a:off x="6724061" y="212592"/>
            <a:ext cx="6104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O₂ (g)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97C1DE5-18FC-BEA3-DDA1-4634711839C4}"/>
              </a:ext>
            </a:extLst>
          </p:cNvPr>
          <p:cNvSpPr txBox="1"/>
          <p:nvPr/>
        </p:nvSpPr>
        <p:spPr>
          <a:xfrm>
            <a:off x="4579053" y="2774776"/>
            <a:ext cx="12367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err="1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Restgas</a:t>
            </a:r>
            <a:r>
              <a:rPr lang="de-DE" sz="12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N₂ (g)</a:t>
            </a:r>
            <a:endParaRPr lang="de-DE" dirty="0">
              <a:solidFill>
                <a:schemeClr val="accent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83132BEF-0CAD-97E7-041D-BF6D1F378D47}"/>
              </a:ext>
            </a:extLst>
          </p:cNvPr>
          <p:cNvSpPr txBox="1"/>
          <p:nvPr/>
        </p:nvSpPr>
        <p:spPr>
          <a:xfrm>
            <a:off x="6287838" y="206172"/>
            <a:ext cx="5676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O₂ (f)</a:t>
            </a:r>
          </a:p>
        </p:txBody>
      </p:sp>
    </p:spTree>
    <p:extLst>
      <p:ext uri="{BB962C8B-B14F-4D97-AF65-F5344CB8AC3E}">
        <p14:creationId xmlns:p14="http://schemas.microsoft.com/office/powerpoint/2010/main" val="15101406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</Words>
  <Application>Microsoft Office PowerPoint</Application>
  <PresentationFormat>Breitbild</PresentationFormat>
  <Paragraphs>11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TU-Pseudonym 0374871412442745</dc:creator>
  <cp:lastModifiedBy>TU-Pseudonym 0374871412442745</cp:lastModifiedBy>
  <cp:revision>5</cp:revision>
  <dcterms:created xsi:type="dcterms:W3CDTF">2025-08-29T12:48:28Z</dcterms:created>
  <dcterms:modified xsi:type="dcterms:W3CDTF">2026-03-12T10:23:40Z</dcterms:modified>
</cp:coreProperties>
</file>